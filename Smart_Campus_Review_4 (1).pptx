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PBL REVIEW  ·  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Campus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4 — Implementation Progress &amp;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10881360" cy="2194560"/>
          </a:xfrm>
          <a:prstGeom prst="rect">
            <a:avLst/>
          </a:prstGeom>
          <a:solidFill>
            <a:srgbClr val="E8E2D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Sai Kumar        —  2510030364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Praneeth         —  2510030211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Rishikesh        —  2510030166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Pushkar          —  2510030104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Guide / Mentor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4023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Dr. P. Kalpana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Department of Computer Science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— 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Will Cover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Recap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0" y="1508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Problem, objectives and overall scope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Completed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0" y="2240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Modules finished and current status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928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design and stack used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Features Implemented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669280" y="3703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Attendance, Timetable, Notices, Map, Complaints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26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Challenges &amp; Solutions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69280" y="4434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Problems faced and how they were resolved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257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5166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&amp; Next Steps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669280" y="5166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Outcomes so far and plan till final review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PROJECT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Campus — Quick Recap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unified student-centric web platform that brings together essential campus services in one place.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&amp; Roles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 / Faculty / 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 &amp; view percentage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1945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Timetable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class schedule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81160" y="21945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640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6404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announcements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 &amp; registration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20440" y="40233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0332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Map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0332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Interactive facilities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0233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Raise &amp; track status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81160" y="402336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6404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6404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Metrics &amp; control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WORK COMPLETED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Module-wise Implementation Status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Authentication &amp; Roles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 Models (All)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Attendance Module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Timetable Module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 &amp; Events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Map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937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 / Feedback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4937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0" y="4937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40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0" y="5440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0" y="5440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118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361188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React.js SPA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Protected Routes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Dashboard UI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Map (Leaflet)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1554480"/>
            <a:ext cx="36118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554480"/>
            <a:ext cx="361188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Node.js + Express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REST APIs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JWT Auth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Socket.io (live)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6118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554480"/>
            <a:ext cx="361188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0392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MongoDB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039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Mongoose ODM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0392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Indexed queries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0392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Seed data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KEY FEATURES IMPLEMENTED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 Features Working Now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Secure Login &amp; Roles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Students, Faculty and Admin have different access levels using JWT.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Attendance System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Faculty can mark attendance; students view subject-wise percentage.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Timetable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377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see daily/weekly class schedule with room details.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 &amp; Events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announcements and upcoming events on a single dashboard.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374904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Map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4617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Interactive map with searchable facilities (labs, library, hostels).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374904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5820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 Tracking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4617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raise issues and track status (Open → In-Progress → Resolved).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CHALLENGES &amp; SOLUTIONS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Problems Faced and How We Solved Them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1463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Implemented JWT + role middleware for Student / Faculty / Admin routes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Accurate attendance calculation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240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MongoDB aggregation + unique constraints on student + date + course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Real-time notice updates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3017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Designed Socket.io broadcast; currently using refresh + polling as fallback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map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3794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Leaflet.js with custom markers and facility search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4572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 status tracking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45720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 status flow (open → in-progress → resolved) with notifications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5349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UI across devices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0" y="5349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5349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Responsive React components and mobile-friendly layout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— 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 till Final Review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118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361188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UI polish and bug fixes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Final testing of all modules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Prepare demo data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6118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554480"/>
            <a:ext cx="361188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Phase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Performance optimization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Documentation update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User feedback collection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6118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554480"/>
            <a:ext cx="361188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Phase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Final demo preparation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Complete README &amp; report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Deployment &amp; submission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— 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 /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27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major modules (Auth, Attendance, Timetable, Notices, Events, Map, Complaints, Admin) are completed.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134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platform successfully unifies fragmented student services into one accessible system.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20040" cy="32004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9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foundation (React + Node + MongoDB + JWT) is stable and fully functional.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320040" cy="32004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85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611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user flows have been tested and are working as expected.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320040" cy="32004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708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2976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Remaining work focuses on polish, documentation and final demonstration.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320040" cy="32004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56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983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project is ready for the final review and demo.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— PBL Review 4</dc:title>
  <dc:subject>PptxGenJS Presentation</dc:subject>
  <dc:creator>Project Team</dc:creator>
  <cp:lastModifiedBy>Project Team</cp:lastModifiedBy>
  <cp:revision>1</cp:revision>
  <dcterms:created xsi:type="dcterms:W3CDTF">2026-10-08T07:31:09Z</dcterms:created>
  <dcterms:modified xsi:type="dcterms:W3CDTF">2026-10-08T07:31:09Z</dcterms:modified>
</cp:coreProperties>
</file>