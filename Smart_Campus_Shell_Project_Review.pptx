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REVIEW  ·  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76895" y="502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 Year 2025–26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Campus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unified digital platform for students — login, attendance,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timetable, notices, events, campus map &amp; feedback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0881360" cy="1920240"/>
          </a:xfrm>
          <a:prstGeom prst="rect">
            <a:avLst/>
          </a:prstGeom>
          <a:solidFill>
            <a:srgbClr val="E8E2D4"/>
          </a:solidFill>
          <a:ln w="12700">
            <a:solidFill>
              <a:srgbClr val="D9D2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Sai Kumar        —  2510030364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Praneeth         —  2510030211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Rishikesh        —  2510030166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Pushkar          —  2510030104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Guide / Mentor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434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Dr. P. Kalpana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Department of Computer Science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— 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/ 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109728" cy="187452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Scattered Information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Notices, timetables, events and attendance are spread across notice boards, WhatsApp groups and multiple portals.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554480"/>
            <a:ext cx="109728" cy="187452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Manual Attendance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Paper-based or fragmented digital attendance wastes time and is prone to errors and proxy marking.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657600"/>
            <a:ext cx="109728" cy="187452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Poor Communication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Important announcements and event updates often fail to reach students on time.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657600"/>
            <a:ext cx="539496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657600"/>
            <a:ext cx="109728" cy="187452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Central Feedback Channel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lack a simple, trackable way to raise complaints or give feedback to the administration.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/ 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Aim to Achieve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Unified Student Portal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 a single login for registration, profile and access to all campus services.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Attendance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2240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Enable easy, secure attendance marking and real-time viewing for students and faculty.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Timetable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2971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Display class schedules, room numbers and updates in one place.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Notices &amp; Announcements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3703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 important college notices and department updates instantly to students.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Management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44348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 campus events, allow registration and send reminders.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1663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5166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Map &amp; Feedback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5166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Interactive campus map plus a simple complaint/feedback system with tracking.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/ 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React.js / HTML-CSS-JS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Bootstrap or Tailwind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Responsive UI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783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286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Node.js + Express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or Python (Flask/Django)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REST APIs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155448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200" y="1783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22860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MySQL / PostgreSQL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MongoDB (optional)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58200" y="2926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Session storage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526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JWT / Session-based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Student ID login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Role-based access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34840" y="3794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/ PWA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3440" y="4526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Progressive Web App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or React Native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Push notifications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0" y="3794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58200" y="40233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&amp; Hosting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8200" y="45262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Git + GitHub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58200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VS Code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5820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Cloud / Local server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EXPECTED OUTCOME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/ 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Deliverables &amp; Impact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3611880" cy="9144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74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Student Portal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place for login, profile, attendance, timetable, notices and events — no more hunting across apps.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554480"/>
            <a:ext cx="3611880" cy="9144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74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Accurate Attendance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Digital marking and history reduce proxy attendance and give students clear visibility of their records.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554480"/>
            <a:ext cx="3611880" cy="9144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74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Timely Communication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Notices and event updates reach students instantly, improving participation and awareness.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794760"/>
            <a:ext cx="3611880" cy="9144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14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Easy Navigation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Interactive campus map helps new students locate buildings, labs and facilities quickly.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34840" y="3794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3794760"/>
            <a:ext cx="3611880" cy="9144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114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Transparent Feedback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6344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can raise complaints and track status; administration gets structured input for improvement.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0" y="3794760"/>
            <a:ext cx="361188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794760"/>
            <a:ext cx="3611880" cy="9144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4114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Working Prototype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5820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Fully functional web (and optional mobile) application with documentation ready for campus pilot.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PROJECT MODULES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/ 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&amp; Registration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 signup, login, profile management and role-based access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20440" y="15544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 attendance, view history, percentage calculation and reports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Timetable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class schedule, room info and daily/weekly view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81160" y="15544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640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6404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Notices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64040" y="2606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College &amp; department announcements with priority and filters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 listing, registration, calendar view and reminders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20440" y="38404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0332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0332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Campus Map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0332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Interactive map of buildings, labs, hostels and facilities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38404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Complaints / Feedback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8368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Raise issues, track status and submit general feedback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281160" y="38404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464040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464040" y="4434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46404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 users, post notices, events, view attendance &amp; feedback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PROJECT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/ 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36815" y="6446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Implementation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278892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4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Requirements &amp;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Requirement gathering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UI wireframes &amp;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Database schema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Tech stack setup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1508760"/>
            <a:ext cx="278892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18105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4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4–7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214884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6616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Development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6616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Login &amp; Registration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Attendance module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Timetable module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4389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Notices module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1508760"/>
            <a:ext cx="278892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18105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4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8–11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214884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Features &amp; Integration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Events management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Campus map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Complaint system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4389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Admin panel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281160" y="1508760"/>
            <a:ext cx="2788920" cy="640080"/>
          </a:xfrm>
          <a:prstGeom prst="rect">
            <a:avLst/>
          </a:prstGeom>
          <a:solidFill>
            <a:srgbClr val="1F3DA8"/>
          </a:solidFill>
          <a:ln/>
        </p:spPr>
      </p:sp>
      <p:sp>
        <p:nvSpPr>
          <p:cNvPr id="34" name="Text 32"/>
          <p:cNvSpPr/>
          <p:nvPr/>
        </p:nvSpPr>
        <p:spPr>
          <a:xfrm>
            <a:off x="9281160" y="1554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81160" y="18105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4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Weeks 12–14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281160" y="214884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418320" y="23317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 &amp; Deployment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418320" y="2880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Testing &amp; bug fixes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41832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User documentation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418320" y="38862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Pilot deployment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418320" y="4389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Final demo &amp; review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Smart Campus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— Project Review</dc:title>
  <dc:subject>PptxGenJS Presentation</dc:subject>
  <dc:creator>Project Team</dc:creator>
  <cp:lastModifiedBy>Project Team</cp:lastModifiedBy>
  <cp:revision>1</cp:revision>
  <dcterms:created xsi:type="dcterms:W3CDTF">2026-08-06T08:48:58Z</dcterms:created>
  <dcterms:modified xsi:type="dcterms:W3CDTF">2026-08-06T08:48:58Z</dcterms:modified>
</cp:coreProperties>
</file>